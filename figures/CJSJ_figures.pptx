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 1</a:t>
            </a:r>
          </a:p>
        </p:txBody>
      </p:sp>
      <p:pic>
        <p:nvPicPr>
          <p:cNvPr descr="figure1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Figure 1.</a:t>
            </a:r>
            <a:r>
              <a:rPr/>
              <a:t> Architecture of the tandem bispecific nanobody and its delivery mechanism. Two VHH arms, grafted from the anti-EphA2 antibody 3SKJ and the TfR antibody 6WX1, are joined by a (G4S)3 linker and engage EphA2 on the tumor cell and TfR on the brain endothelium. The C-terminal Val-Cit-PABC-MMAE module is released by cathepsin B, and TfR binding drives receptor-mediated transcytosis across the blood-brain barrier.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 2</a:t>
            </a:r>
          </a:p>
        </p:txBody>
      </p:sp>
      <p:pic>
        <p:nvPicPr>
          <p:cNvPr descr="figure2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Figure 2.</a:t>
            </a:r>
            <a:r>
              <a:rPr/>
              <a:t> Relaxed model of the tandem bispecific nanobody. The EphA2 arm is shown in red, the TfR arm in blue, and the (G4S)3 linker in green.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2026-09-24T17:36:47Z</dcterms:created>
  <dcterms:modified xsi:type="dcterms:W3CDTF">2026-09-24T17:36:47Z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